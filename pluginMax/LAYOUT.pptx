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61" r:id="rId5"/>
    <p:sldId id="259" r:id="rId6"/>
    <p:sldId id="258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1894D-B9D1-099B-8DEE-95BD9B602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2535AE-48DB-B712-739F-35A315CE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BCC5F1-F6D0-0AB8-52F3-C38203E4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DBF2AE-0F93-145F-1504-191BDC88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68F166-793F-304E-C052-28A27E29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797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37F8C-A390-FE99-87FB-8003E132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264A38-8E93-D6CE-D423-F6D59713F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A3818C-7ADA-AB55-7B62-DE379A3A7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82797D-22DF-291F-B6DE-304FB2DB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2F0F36-83B5-AD80-0A07-1D24516E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89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4A541-6C5F-FFF1-B6E4-F590022C3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62E815-13AF-1A65-9479-32430E6DB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A83898-8647-FEF7-B515-519C9DAE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C0DB14-EE4F-C976-7B3E-043607C1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7EC87D-CE45-CFF4-5D56-A81BF1A84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493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E2DF2-5EDC-2FC8-F2F2-86CAEF78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1489A0-192C-83E4-3D2D-67A06C295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7AF9FC-D888-2DC9-5642-26DB6E849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546ACF-6F4F-7122-01D8-84492C91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6A8A1C-254D-FE8A-D24C-968549A4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EB66A2-3F4D-902F-A447-D42A332F8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7539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D9EB1-2280-16BB-0DEC-665E84F9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083222-60D9-CD4D-BA85-73294F07F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F102AD-B04A-2E7D-7D29-A7F3508D2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0EEFB35-7579-1534-B5B5-FAF8164B0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EEAF7B-6A7E-632D-C71F-F8117027A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A6D73E-BC13-6F66-9936-A9B440903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215D48-B0E9-99EB-BE7B-54B4FDDC2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85A276D-A480-E5EF-E394-5314C5672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452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4330F-B74D-E5EF-2ADA-7FEF864C0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B8D87AB-263A-9D23-47BD-E8D3FF7F7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55D9FFF-D201-AD0F-7842-6C52CA2A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B84CAB0-FDC8-DD09-48E3-F2FF818F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9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52CDB10-9448-C3A5-C889-261EA3E3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A90434B-A4E1-C7C0-7F70-DFFEE644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2D5F5E-5006-1680-3516-21FFB449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318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E80A1-F8EC-6CD8-6BDC-C1787D532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1C357E-84C1-D918-FE61-B3C78D9B3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1E300A-5A2C-11B2-7235-DDFD3CF02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3C1282-C629-2776-830F-1FCF5FFD4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E67E72-2278-6E59-EB36-E60EFBFE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7B2D7E-F1F2-8C20-D273-01F204C2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16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E03A7-C62B-39E5-6479-4FE77E03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4AD6008-8730-D8B5-3ED1-04AD9F1C4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675AD3-1E8F-7B01-94F6-553110806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03E4ED-09AB-5B49-E590-DF727C94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D9E089-7D96-8BB5-B52A-AC1EBDD3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06586F-363C-77CC-09F7-54149DCB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3621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1A88B-41FB-D61B-C191-75FDB33FC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A0B6F0-5A7B-B5C3-963B-06BC6E641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3EE682-6EC5-26A2-79C2-B12AB9C5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EFEC1F-DDE3-1423-2DE5-75D15DE5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6818B2-3F71-2524-E6DC-486BE481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51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EFBFB1-1CDA-C13A-38AB-7CE3A73E4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06C52B-38EB-43FC-4D95-B81EEBFCF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CC1EC8-D3B2-B231-52BC-471626B3C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19FD4F-D323-8908-E4C2-5C78DCFBF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C7FFD7-7C8E-AC5C-8F10-4B946AFB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988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381DFF1-41B1-E5BB-5EF9-FB5287992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4D3AF8-019D-5532-6C34-C90112122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E961A0-521A-DD32-E51F-5EDFEBA47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E6605-6461-490F-90D7-70EC63994407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1410CE-003C-D466-EF9C-B90C50D68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0EBB9D-4689-7005-9FA6-49F66A372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1C95C-02EE-4421-A7AE-209A5FCDA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621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5F13BB7-9B87-AE26-77B3-B35A83D41155}"/>
              </a:ext>
            </a:extLst>
          </p:cNvPr>
          <p:cNvSpPr/>
          <p:nvPr/>
        </p:nvSpPr>
        <p:spPr>
          <a:xfrm>
            <a:off x="1231809" y="1216241"/>
            <a:ext cx="9728382" cy="4725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0" dirty="0"/>
              <a:t>REVISAO 2</a:t>
            </a:r>
          </a:p>
          <a:p>
            <a:pPr algn="ctr"/>
            <a:r>
              <a:rPr lang="pt-BR" sz="8000" dirty="0"/>
              <a:t>01/12/2026</a:t>
            </a:r>
          </a:p>
        </p:txBody>
      </p:sp>
    </p:spTree>
    <p:extLst>
      <p:ext uri="{BB962C8B-B14F-4D97-AF65-F5344CB8AC3E}">
        <p14:creationId xmlns:p14="http://schemas.microsoft.com/office/powerpoint/2010/main" val="212806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1F431073-C0DC-4B09-D21D-C7181291F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326" y="513180"/>
            <a:ext cx="7389561" cy="5741207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CC390ED-51D8-86EC-10F3-A5F88688294B}"/>
              </a:ext>
            </a:extLst>
          </p:cNvPr>
          <p:cNvSpPr/>
          <p:nvPr/>
        </p:nvSpPr>
        <p:spPr>
          <a:xfrm>
            <a:off x="1709530" y="1282148"/>
            <a:ext cx="4999383" cy="32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461833-7E0A-F4B3-2F3F-CACCAE17D89E}"/>
              </a:ext>
            </a:extLst>
          </p:cNvPr>
          <p:cNvSpPr txBox="1"/>
          <p:nvPr/>
        </p:nvSpPr>
        <p:spPr>
          <a:xfrm>
            <a:off x="1709530" y="974371"/>
            <a:ext cx="39675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Selecione o arquivo com os pontos de Referência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648A31B-823E-B016-FD85-DA745BE010AE}"/>
              </a:ext>
            </a:extLst>
          </p:cNvPr>
          <p:cNvSpPr/>
          <p:nvPr/>
        </p:nvSpPr>
        <p:spPr>
          <a:xfrm>
            <a:off x="1709530" y="2051116"/>
            <a:ext cx="4999383" cy="32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0EED17A-9D9A-B688-F75D-74AF1C093371}"/>
              </a:ext>
            </a:extLst>
          </p:cNvPr>
          <p:cNvSpPr txBox="1"/>
          <p:nvPr/>
        </p:nvSpPr>
        <p:spPr>
          <a:xfrm>
            <a:off x="1709530" y="1743339"/>
            <a:ext cx="3563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Selecione o arquivo com os pontos de Teste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F2F1BFB-D479-30F9-2464-84EA16E0C4F9}"/>
              </a:ext>
            </a:extLst>
          </p:cNvPr>
          <p:cNvSpPr/>
          <p:nvPr/>
        </p:nvSpPr>
        <p:spPr>
          <a:xfrm>
            <a:off x="1709530" y="2656089"/>
            <a:ext cx="358967" cy="32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68BF3B4-F55A-5B41-557C-D588BA20E51A}"/>
              </a:ext>
            </a:extLst>
          </p:cNvPr>
          <p:cNvSpPr txBox="1"/>
          <p:nvPr/>
        </p:nvSpPr>
        <p:spPr>
          <a:xfrm>
            <a:off x="2068497" y="2558474"/>
            <a:ext cx="5521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Marque se a associação entre os pontos de referência e teste será pelo ponto mais próximo (</a:t>
            </a:r>
            <a:r>
              <a:rPr lang="pt-BR" sz="1400" dirty="0" err="1"/>
              <a:t>opcinal</a:t>
            </a:r>
            <a:r>
              <a:rPr lang="pt-BR" sz="1400" dirty="0"/>
              <a:t>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7382E6B-2DE5-E02A-A65F-B5951305CD2B}"/>
              </a:ext>
            </a:extLst>
          </p:cNvPr>
          <p:cNvSpPr txBox="1"/>
          <p:nvPr/>
        </p:nvSpPr>
        <p:spPr>
          <a:xfrm>
            <a:off x="1709530" y="3261061"/>
            <a:ext cx="5521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u="sng" dirty="0"/>
              <a:t>Avançado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9E5BAEF-E94F-E386-3EBC-55EA3F56FE07}"/>
              </a:ext>
            </a:extLst>
          </p:cNvPr>
          <p:cNvSpPr/>
          <p:nvPr/>
        </p:nvSpPr>
        <p:spPr>
          <a:xfrm>
            <a:off x="1709530" y="3876615"/>
            <a:ext cx="4999383" cy="32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BDC1597-453F-1EC5-96C0-51DD00F6269C}"/>
              </a:ext>
            </a:extLst>
          </p:cNvPr>
          <p:cNvSpPr txBox="1"/>
          <p:nvPr/>
        </p:nvSpPr>
        <p:spPr>
          <a:xfrm>
            <a:off x="1709530" y="3568838"/>
            <a:ext cx="59595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Coluna de identificação e associação dos pontos de Referência (Opcional)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C32ADD4-32BA-FB6D-D165-17E612EB1F59}"/>
              </a:ext>
            </a:extLst>
          </p:cNvPr>
          <p:cNvSpPr/>
          <p:nvPr/>
        </p:nvSpPr>
        <p:spPr>
          <a:xfrm>
            <a:off x="1709530" y="4645583"/>
            <a:ext cx="4999383" cy="32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A67D584-44D4-50A8-F062-E88AF020F52B}"/>
              </a:ext>
            </a:extLst>
          </p:cNvPr>
          <p:cNvSpPr txBox="1"/>
          <p:nvPr/>
        </p:nvSpPr>
        <p:spPr>
          <a:xfrm>
            <a:off x="1709530" y="4337806"/>
            <a:ext cx="5528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Coluna de identificação e associação dos pontos de Teste (Opcional)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59568C7-DCA0-EF63-2F15-843921AB896F}"/>
              </a:ext>
            </a:extLst>
          </p:cNvPr>
          <p:cNvSpPr/>
          <p:nvPr/>
        </p:nvSpPr>
        <p:spPr>
          <a:xfrm>
            <a:off x="1709530" y="5411856"/>
            <a:ext cx="4999383" cy="327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F33F95B-D678-5AD4-8D84-18F91557E668}"/>
              </a:ext>
            </a:extLst>
          </p:cNvPr>
          <p:cNvSpPr txBox="1"/>
          <p:nvPr/>
        </p:nvSpPr>
        <p:spPr>
          <a:xfrm>
            <a:off x="1709530" y="5104079"/>
            <a:ext cx="33199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Polígono com o limite da área (Opcional)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0D3CB03-68C6-9863-F86D-CAA10F6C2508}"/>
              </a:ext>
            </a:extLst>
          </p:cNvPr>
          <p:cNvSpPr txBox="1"/>
          <p:nvPr/>
        </p:nvSpPr>
        <p:spPr>
          <a:xfrm>
            <a:off x="1709530" y="2686884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4712AE2-4A6D-2A70-92D6-5666C6EB8725}"/>
              </a:ext>
            </a:extLst>
          </p:cNvPr>
          <p:cNvSpPr/>
          <p:nvPr/>
        </p:nvSpPr>
        <p:spPr>
          <a:xfrm>
            <a:off x="5943600" y="5796105"/>
            <a:ext cx="1819275" cy="2896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Página de resultados</a:t>
            </a:r>
          </a:p>
        </p:txBody>
      </p:sp>
    </p:spTree>
    <p:extLst>
      <p:ext uri="{BB962C8B-B14F-4D97-AF65-F5344CB8AC3E}">
        <p14:creationId xmlns:p14="http://schemas.microsoft.com/office/powerpoint/2010/main" val="3982637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07491-21F8-EF4A-59CE-731D9958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EDC61599-9EBA-E902-7E97-A4E650B63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326" y="513180"/>
            <a:ext cx="7389561" cy="574120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65827B1-F805-7E77-5777-C32311361CFA}"/>
              </a:ext>
            </a:extLst>
          </p:cNvPr>
          <p:cNvSpPr txBox="1"/>
          <p:nvPr/>
        </p:nvSpPr>
        <p:spPr>
          <a:xfrm>
            <a:off x="1906791" y="919093"/>
            <a:ext cx="3031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Dispersão de erros planimétricos</a:t>
            </a:r>
          </a:p>
        </p:txBody>
      </p:sp>
      <p:pic>
        <p:nvPicPr>
          <p:cNvPr id="3" name="Imagem 2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D3C14F46-6427-2062-7478-C395E567C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94" y="1166589"/>
            <a:ext cx="2119285" cy="2009117"/>
          </a:xfrm>
          <a:prstGeom prst="rect">
            <a:avLst/>
          </a:prstGeom>
        </p:spPr>
      </p:pic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499F232E-6537-2618-3AD4-7917DEF7B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894" y="3402578"/>
            <a:ext cx="2119285" cy="1186437"/>
          </a:xfrm>
          <a:prstGeom prst="rect">
            <a:avLst/>
          </a:prstGeom>
        </p:spPr>
      </p:pic>
      <p:pic>
        <p:nvPicPr>
          <p:cNvPr id="14" name="Imagem 13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846153A8-94D2-CA50-C68D-00F247705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7894" y="4769684"/>
            <a:ext cx="2041728" cy="133971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CFA2A9D4-4E41-96B4-F81A-5B96C55344C6}"/>
              </a:ext>
            </a:extLst>
          </p:cNvPr>
          <p:cNvSpPr txBox="1"/>
          <p:nvPr/>
        </p:nvSpPr>
        <p:spPr>
          <a:xfrm>
            <a:off x="1906788" y="3205208"/>
            <a:ext cx="3031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Frequência de erros planimétricos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0F551B1-9D70-5D38-D0D6-D5E92B717137}"/>
              </a:ext>
            </a:extLst>
          </p:cNvPr>
          <p:cNvSpPr txBox="1"/>
          <p:nvPr/>
        </p:nvSpPr>
        <p:spPr>
          <a:xfrm>
            <a:off x="1906789" y="4577149"/>
            <a:ext cx="3031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Acumulada de erros planimétricos</a:t>
            </a:r>
          </a:p>
        </p:txBody>
      </p:sp>
      <p:pic>
        <p:nvPicPr>
          <p:cNvPr id="23" name="Imagem 22" descr="Uma imagem contendo pipa, marrom, mesa, bolo&#10;&#10;O conteúdo gerado por IA pode estar incorreto.">
            <a:extLst>
              <a:ext uri="{FF2B5EF4-FFF2-40B4-BE49-F238E27FC236}">
                <a16:creationId xmlns:a16="http://schemas.microsoft.com/office/drawing/2014/main" id="{C38A2BBE-8371-9752-A1E6-F88A28DFFE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746" y="1225594"/>
            <a:ext cx="3841573" cy="2722836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B6D4D164-B66B-FA8C-4E9A-AE86EB30358C}"/>
              </a:ext>
            </a:extLst>
          </p:cNvPr>
          <p:cNvSpPr txBox="1"/>
          <p:nvPr/>
        </p:nvSpPr>
        <p:spPr>
          <a:xfrm>
            <a:off x="4511088" y="933844"/>
            <a:ext cx="3031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Visão geral dos pontos de controle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8A9D7AF-11C5-BF53-7EF7-990C0E978080}"/>
              </a:ext>
            </a:extLst>
          </p:cNvPr>
          <p:cNvSpPr txBox="1"/>
          <p:nvPr/>
        </p:nvSpPr>
        <p:spPr>
          <a:xfrm>
            <a:off x="4511088" y="4083467"/>
            <a:ext cx="40396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Estatística Descritiva	X             Y       Total </a:t>
            </a:r>
            <a:br>
              <a:rPr lang="pt-BR" sz="1200" dirty="0"/>
            </a:br>
            <a:r>
              <a:rPr lang="pt-BR" sz="1200" dirty="0"/>
              <a:t>Média:</a:t>
            </a:r>
            <a:br>
              <a:rPr lang="pt-BR" sz="1200" dirty="0"/>
            </a:br>
            <a:r>
              <a:rPr lang="pt-BR" sz="1200" dirty="0"/>
              <a:t>Desvio Padrão:</a:t>
            </a:r>
            <a:br>
              <a:rPr lang="pt-BR" sz="1200" dirty="0"/>
            </a:br>
            <a:r>
              <a:rPr lang="pt-BR" sz="1200" dirty="0" err="1"/>
              <a:t>Máx</a:t>
            </a:r>
            <a:r>
              <a:rPr lang="pt-BR" sz="1200" dirty="0"/>
              <a:t>:</a:t>
            </a:r>
            <a:br>
              <a:rPr lang="pt-BR" sz="1200" dirty="0"/>
            </a:br>
            <a:r>
              <a:rPr lang="pt-BR" sz="1200" dirty="0" err="1"/>
              <a:t>Mín</a:t>
            </a:r>
            <a:r>
              <a:rPr lang="pt-BR" sz="1200" dirty="0"/>
              <a:t>:</a:t>
            </a:r>
          </a:p>
          <a:p>
            <a:r>
              <a:rPr lang="pt-BR" sz="1200" dirty="0"/>
              <a:t>25%</a:t>
            </a:r>
          </a:p>
          <a:p>
            <a:r>
              <a:rPr lang="pt-BR" sz="1200" dirty="0"/>
              <a:t>50%</a:t>
            </a:r>
          </a:p>
          <a:p>
            <a:r>
              <a:rPr lang="pt-BR" sz="1200" dirty="0"/>
              <a:t>75%</a:t>
            </a:r>
          </a:p>
        </p:txBody>
      </p:sp>
      <p:sp>
        <p:nvSpPr>
          <p:cNvPr id="26" name="Texto Explicativo: Linha 25">
            <a:extLst>
              <a:ext uri="{FF2B5EF4-FFF2-40B4-BE49-F238E27FC236}">
                <a16:creationId xmlns:a16="http://schemas.microsoft.com/office/drawing/2014/main" id="{16D40E5D-6FE4-877F-FAA3-2BD2F8D0C925}"/>
              </a:ext>
            </a:extLst>
          </p:cNvPr>
          <p:cNvSpPr/>
          <p:nvPr/>
        </p:nvSpPr>
        <p:spPr>
          <a:xfrm>
            <a:off x="9410700" y="919093"/>
            <a:ext cx="1819275" cy="1738382"/>
          </a:xfrm>
          <a:prstGeom prst="borderCallout1">
            <a:avLst>
              <a:gd name="adj1" fmla="val 13669"/>
              <a:gd name="adj2" fmla="val 3709"/>
              <a:gd name="adj3" fmla="val 68789"/>
              <a:gd name="adj4" fmla="val -1472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 ponto pode ter uma seta indicando o vetor do erro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A9A701C3-E4A6-BB25-AE3C-36B01BE0057E}"/>
              </a:ext>
            </a:extLst>
          </p:cNvPr>
          <p:cNvSpPr/>
          <p:nvPr/>
        </p:nvSpPr>
        <p:spPr>
          <a:xfrm>
            <a:off x="5905500" y="5801558"/>
            <a:ext cx="1819275" cy="2896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Gerar Relatório</a:t>
            </a:r>
          </a:p>
        </p:txBody>
      </p:sp>
    </p:spTree>
    <p:extLst>
      <p:ext uri="{BB962C8B-B14F-4D97-AF65-F5344CB8AC3E}">
        <p14:creationId xmlns:p14="http://schemas.microsoft.com/office/powerpoint/2010/main" val="170041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E729-4808-9760-FE57-411BC5A70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1DE3344-44D0-49D5-4664-37E420F586BE}"/>
              </a:ext>
            </a:extLst>
          </p:cNvPr>
          <p:cNvSpPr/>
          <p:nvPr/>
        </p:nvSpPr>
        <p:spPr>
          <a:xfrm>
            <a:off x="1231809" y="1216241"/>
            <a:ext cx="9728382" cy="47251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0" dirty="0"/>
              <a:t>REVISAO 3</a:t>
            </a:r>
          </a:p>
          <a:p>
            <a:pPr algn="ctr"/>
            <a:r>
              <a:rPr lang="pt-BR" sz="8000" dirty="0"/>
              <a:t>09/03/2026</a:t>
            </a:r>
          </a:p>
        </p:txBody>
      </p:sp>
    </p:spTree>
    <p:extLst>
      <p:ext uri="{BB962C8B-B14F-4D97-AF65-F5344CB8AC3E}">
        <p14:creationId xmlns:p14="http://schemas.microsoft.com/office/powerpoint/2010/main" val="351735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81E7A82-4698-FD5E-AA25-144CDF566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72" y="452190"/>
            <a:ext cx="4390492" cy="377687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296CE9A-D97A-DA27-2B2A-9A3CBB72F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495" y="1066189"/>
            <a:ext cx="5327764" cy="277891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E1E0A67-167A-EFF3-E88C-00C82AE5B495}"/>
              </a:ext>
            </a:extLst>
          </p:cNvPr>
          <p:cNvSpPr/>
          <p:nvPr/>
        </p:nvSpPr>
        <p:spPr>
          <a:xfrm>
            <a:off x="444271" y="4669654"/>
            <a:ext cx="10726987" cy="1722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Simplificar a seleção dos arquivos de entrada. Em uma mesma solicitação é possível selecionar tanto uma camada existente, como um arquivo vetorial.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 </a:t>
            </a:r>
            <a:r>
              <a:rPr lang="pt-BR" dirty="0" err="1"/>
              <a:t>self.addParameter</a:t>
            </a:r>
            <a:r>
              <a:rPr lang="pt-BR" dirty="0"/>
              <a:t>(</a:t>
            </a:r>
            <a:r>
              <a:rPr lang="pt-BR" dirty="0" err="1"/>
              <a:t>QgsProcessingParameterVectorLayer</a:t>
            </a:r>
            <a:r>
              <a:rPr lang="pt-BR" dirty="0"/>
              <a:t>('</a:t>
            </a:r>
            <a:r>
              <a:rPr lang="pt-BR" dirty="0" err="1"/>
              <a:t>ponto_ref</a:t>
            </a:r>
            <a:r>
              <a:rPr lang="pt-BR" dirty="0"/>
              <a:t>', 'Ponto </a:t>
            </a:r>
            <a:r>
              <a:rPr lang="pt-BR" dirty="0" err="1"/>
              <a:t>Ref</a:t>
            </a:r>
            <a:r>
              <a:rPr lang="pt-BR" dirty="0"/>
              <a:t>', </a:t>
            </a:r>
            <a:r>
              <a:rPr lang="pt-BR" dirty="0" err="1"/>
              <a:t>types</a:t>
            </a:r>
            <a:r>
              <a:rPr lang="pt-BR" dirty="0"/>
              <a:t>=[</a:t>
            </a:r>
            <a:r>
              <a:rPr lang="pt-BR" dirty="0" err="1"/>
              <a:t>QgsProcessing.TypeVectorPoint</a:t>
            </a:r>
            <a:r>
              <a:rPr lang="pt-BR" dirty="0"/>
              <a:t>], </a:t>
            </a:r>
            <a:r>
              <a:rPr lang="pt-BR" dirty="0" err="1"/>
              <a:t>defaultValue</a:t>
            </a:r>
            <a:r>
              <a:rPr lang="pt-BR" dirty="0"/>
              <a:t>=</a:t>
            </a:r>
            <a:r>
              <a:rPr lang="pt-BR" dirty="0" err="1"/>
              <a:t>None</a:t>
            </a:r>
            <a:r>
              <a:rPr lang="pt-BR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742335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3FABB03-64B4-273A-28E0-4E3D8CA62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06" y="616946"/>
            <a:ext cx="6506463" cy="562410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EAFBAB1-1778-CC15-047C-6A38316CF24C}"/>
              </a:ext>
            </a:extLst>
          </p:cNvPr>
          <p:cNvSpPr/>
          <p:nvPr/>
        </p:nvSpPr>
        <p:spPr>
          <a:xfrm>
            <a:off x="7838982" y="1026721"/>
            <a:ext cx="3773009" cy="4353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OBS: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Adicionar gráfico de dispersão de pontos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Linha de distribuição de frequência deve iniciar e terminar encostando no eixo X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Utilizar layout do slide anterior, porém os gráficos de </a:t>
            </a:r>
            <a:r>
              <a:rPr lang="pt-BR" dirty="0" err="1"/>
              <a:t>frequencia</a:t>
            </a:r>
            <a:r>
              <a:rPr lang="pt-BR" dirty="0"/>
              <a:t> e </a:t>
            </a:r>
            <a:r>
              <a:rPr lang="pt-BR" dirty="0" err="1"/>
              <a:t>frequencia</a:t>
            </a:r>
            <a:r>
              <a:rPr lang="pt-BR" dirty="0"/>
              <a:t> acumulada foram unidos (pode manter unido, ficou bom )</a:t>
            </a:r>
          </a:p>
        </p:txBody>
      </p:sp>
    </p:spTree>
    <p:extLst>
      <p:ext uri="{BB962C8B-B14F-4D97-AF65-F5344CB8AC3E}">
        <p14:creationId xmlns:p14="http://schemas.microsoft.com/office/powerpoint/2010/main" val="17876618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229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well rabelo</dc:creator>
  <cp:lastModifiedBy>max well rabelo</cp:lastModifiedBy>
  <cp:revision>9</cp:revision>
  <dcterms:created xsi:type="dcterms:W3CDTF">2026-01-12T14:21:29Z</dcterms:created>
  <dcterms:modified xsi:type="dcterms:W3CDTF">2026-03-09T13:58:54Z</dcterms:modified>
</cp:coreProperties>
</file>